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tic-coding-infographic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571682"/>
            <a:ext cx="10238719" cy="57146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tic-coding-infographic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571682"/>
            <a:ext cx="10238719" cy="57146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owchart-book-summary-20260526-3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2534417"/>
            <a:ext cx="10238719" cy="17891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owchart-book-summary-20260526-5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2534417"/>
            <a:ext cx="10238719" cy="17891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owchart-book-summary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2534417"/>
            <a:ext cx="10238719" cy="17891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owchart-claude-extension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1749672"/>
            <a:ext cx="10238719" cy="3358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owchart-learning-path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241" y="548640"/>
            <a:ext cx="990468" cy="5760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owchart-output-styles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443" y="548640"/>
            <a:ext cx="7850065" cy="5760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ndmap-book-summary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986856"/>
            <a:ext cx="10238719" cy="48842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ndmap-hookhub-chapters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744987"/>
            <a:ext cx="10238719" cy="53680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ndmap-output-styles-202605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604525"/>
            <a:ext cx="10238719" cy="56489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</Words>
  <Application>Microsoft Office PowerPoint</Application>
  <PresentationFormat>自訂</PresentationFormat>
  <Paragraphs>11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楊政憲</cp:lastModifiedBy>
  <cp:revision>2</cp:revision>
  <dcterms:created xsi:type="dcterms:W3CDTF">2013-01-27T09:14:16Z</dcterms:created>
  <dcterms:modified xsi:type="dcterms:W3CDTF">2026-05-26T01:45:08Z</dcterms:modified>
  <cp:category/>
</cp:coreProperties>
</file>