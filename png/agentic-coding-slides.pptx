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entic-coding-infographic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6" y="571682"/>
            <a:ext cx="10238719" cy="57146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gentic-coding-infographic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6" y="571682"/>
            <a:ext cx="10238719" cy="571463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owchart-book-summary-20260526-3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6" y="2534417"/>
            <a:ext cx="10238719" cy="17891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owchart-book-summary-20260526-5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6" y="2534417"/>
            <a:ext cx="10238719" cy="17891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owchart-book-summary-202605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6" y="2534417"/>
            <a:ext cx="10238719" cy="178916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owchart-claude-extension-202605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6" y="1749672"/>
            <a:ext cx="10238719" cy="335865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owchart-learning-path-202605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9241" y="548640"/>
            <a:ext cx="990468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lowchart-output-styles-202605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443" y="548640"/>
            <a:ext cx="7850065" cy="57607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ndmap-book-summary-202605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6" y="986856"/>
            <a:ext cx="10238719" cy="48842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ndmap-hookhub-chapters-202605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6" y="744987"/>
            <a:ext cx="10238719" cy="536802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ndmap-output-styles-202605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6" y="604525"/>
            <a:ext cx="10238719" cy="56489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116" y="549360"/>
            <a:ext cx="10238719" cy="57592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88888"/>
                </a:solidFill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